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6"/>
  </p:normalViewPr>
  <p:slideViewPr>
    <p:cSldViewPr snapToGrid="0">
      <p:cViewPr varScale="1">
        <p:scale>
          <a:sx n="116" d="100"/>
          <a:sy n="116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7BE7-06C5-3DC6-5857-A6C539C1F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AEB95-1C20-4D4C-C249-8867E4013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54C68-AA77-69F2-3DE4-6BBB922A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B7D51-711C-7E49-A714-F38EB6E40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43CF3-D7B8-D7BF-E12C-A6CD6F93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27CB-D3DD-B6E2-DECC-5C4DAAFA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F102-147B-8DEB-BC5A-39A8AFD34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4DD95-D013-C8D1-92A3-24B84BE5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729CD-3737-B70C-C3AE-F1F32846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A93A4-E4B5-F9EE-CE42-BDFAA933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8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201D-B33B-95AA-2101-09A54446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20EBB-2448-81A4-98A0-0530B2727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02DF-6760-4BF9-4196-A80170C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ED160-6D76-964A-7ABE-BCDC22989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476BD-B9BA-12FE-BD7F-B359E5C7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1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DF0E-7F37-8194-5526-ED48907D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28143-68C4-00A7-5E54-01B20A6C9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662B1-238C-1197-3520-673946B65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46BB4-23C7-3EF6-FD2A-D7614BFB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4C17D-4C44-E5DB-4E9E-AB5A6ECE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5978A-8226-802E-C93E-99ADC112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38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A783-E2A8-DECB-43B9-9F289950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DB5DE-6467-9A2D-75F8-067C7ECC7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51C2A-79A0-FF87-585A-55AE7C25A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F8C5C-28DF-F55A-A79D-AEB22B32F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49F4C-AE84-1505-D5A2-9C79009D2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FFC79-06DC-5998-91AB-D93B302A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8B31A-0773-3184-3ED0-6C191510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0D283-E11D-C9CC-DD1B-EC11B8A2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4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93C9-4F0C-A327-1D39-7B5EBD80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4A696-FA44-2548-B74B-EC28A8E9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8DBC1-C05D-5BEE-0E97-75DDDC96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40FB5-E8FA-6754-5E3D-8137A49B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1E191-9F61-0436-85D2-D36D3E2F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FAFC4B-7666-5A06-5EB9-A0A9B53B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9EB19-7A82-9A45-5D2C-877387EC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5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BF0C-C21E-DD31-50A1-C0FDE829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4FC97-F844-E7CD-2421-AD7878EC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5639-8061-8101-FE6A-4B742E70E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77D6B-D961-7BB2-8674-44CACAD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D040C-621C-8361-2940-594CF89F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E899C-7A4E-78B1-E717-0E26C507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20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AAD4-3BAF-7716-DEC6-6A3D8419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A8B9D-9453-4256-1C93-8A046C0D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A8D77-F7AD-F5EA-C158-A1B30A9ED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4CE63-6EFC-1FF0-177F-1CEF4095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B164C-FA09-F8F3-C4DB-BC24C8DC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249F1-5985-AD7E-7057-9EEB2B66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4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5102-2349-ABC9-ECDA-BDDC8305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8FC78-0181-A034-0DDE-FE564C910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465A-FBC0-F592-9803-F106F8051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2B6C9-0A74-E37F-1A2B-DCF5A50A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B757C-CA92-E6FD-28C8-534F46B4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4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7972B-9FDD-0F5D-5C8A-2EE50904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F3D1C-7FDC-6B8C-99D6-C5DCEE576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BDED0-DE18-255E-2FD1-0E16F720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30DF-3967-E1AB-1ECC-DB144B04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3777-E236-3A74-0001-A09702EC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7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89F1D-6C77-5579-4EE3-FAA40F88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DAB09-1A2D-DF13-8F7E-22B5A73F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3B4D7-73DD-14D6-BE21-E208E6144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66D0C-0372-924B-AE8F-FDB454A9C86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4AD3-237D-901A-DF06-612AF25B5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CB6B7-56DF-A9B0-8353-223ECDF94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7FEC8-6A94-F143-80F7-BFB7E2FB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7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face&#10;&#10;Description automatically generated">
            <a:extLst>
              <a:ext uri="{FF2B5EF4-FFF2-40B4-BE49-F238E27FC236}">
                <a16:creationId xmlns:a16="http://schemas.microsoft.com/office/drawing/2014/main" id="{736CEC8E-ECDA-FD4E-FAE9-18A7B49F6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697" y="2899619"/>
            <a:ext cx="3183775" cy="105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6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Suraj Lawal</dc:creator>
  <cp:lastModifiedBy>15857309793</cp:lastModifiedBy>
  <cp:revision>3</cp:revision>
  <dcterms:created xsi:type="dcterms:W3CDTF">2023-05-03T01:26:28Z</dcterms:created>
  <dcterms:modified xsi:type="dcterms:W3CDTF">2023-05-23T17:23:19Z</dcterms:modified>
</cp:coreProperties>
</file>